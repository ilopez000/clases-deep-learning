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Generativas Adversarias I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— Unidad 3 (Parte 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idea: dos redes que compiten para crear datos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M3 · U3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Hasta ahora las redes clasificaban o predecían. ¿Y si la red pudiera CREAR datos nuevos?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Eso hacen las GANs: generar imágenes, sonidos o textos realistas desde cero.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esta primera parte entendemos la IDEA: dos redes que compiten, y cómo se entrenan.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Qué son las GANs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vs. discriminador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estructura de una GAN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juego adversario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pérdida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que generan datos nuevos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son las GANs?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 y regresión analizan datos; las GANs los CREAN.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Inventadas por Ian Goodfellow en 2014 (Generative Adversarial Networks).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Combinan dos redes para generar datos realistas: imágenes, vídeo, audio, texto…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47472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Rostros falsos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Caras realistas que no existen.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47472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8172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Texto → imagen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8172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una imagen a partir de una descripción.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9244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347472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→ imagen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9360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Convertir un caballo en cebra, un boceto en foto.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funciona una GAN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redes que compiten: generador y discriminador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idea: un falsificador y un experto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(falsificador): crea datos falsos a partir de ruido aleatorio.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 (experto): decide si un dato es real o falso.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Compiten: el generador quiere engañar; el discriminador, no dejarse engañar.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 competir, ambos mejoran a la vez hasta que los datos falsos parecen reales.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9520" y="22860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(falsificador)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89520" y="40233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4023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(experto)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0" y="3291840"/>
            <a:ext cx="0" cy="73152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607040" y="4023360"/>
            <a:ext cx="0" cy="-73152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4124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compiten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estructura de una GAN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5B6079"/>
          </a:solidFill>
          <a:ln w="12700">
            <a:solidFill>
              <a:srgbClr val="5B60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Ruido 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(aleatorio)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9BAC"/>
          </a:solidFill>
          <a:ln w="12700">
            <a:solidFill>
              <a:srgbClr val="FF9B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 falso X*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0" y="4114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reales X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5120" y="4114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0" y="3246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46920" y="3246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/ falso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880360" y="2834640"/>
            <a:ext cx="77724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52160" y="2834640"/>
            <a:ext cx="8229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772400" y="3291840"/>
            <a:ext cx="0" cy="8229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52160" y="4572000"/>
            <a:ext cx="8229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869680" y="3703320"/>
            <a:ext cx="7315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86868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aprende del veredicto del discriminador (retroalimentación) y mejora sus falsificaciones.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dos modelos en detalle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generadora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Entrada: ruido aleatorio (distribución gaussiana).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Salida: ejemplos con el formato de los reales.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crear falsos indistinguibles de los reales.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discriminadora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Entrada: ejemplos reales (del dataset) y falsos (del generador).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Salida: probabilidad de ser real (cerca de 1) o falso (cerca de 0).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detectar el mayor número de falsos posible.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juego adversario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un juego de suma cero: lo que gana uno lo pierde el otro.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Estrategia minimax: el generador minimiza la pérdida y el discriminador la maximiza.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punto ideal es el equilibrio de Nash: ninguno mejora cambiando su estrategia en solitario.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Ambas redes se optimizan a la vez: cuanto mejor el generador, más listo debe ser el discriminador.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funciones de pérdida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521208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 minimax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4809744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función original (Goodfellow). El generador y el discriminador compiten por el mismo término, basado en la entropía cruzada.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maximiza; el generador minimiza.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2011680"/>
            <a:ext cx="5120640" cy="29260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201168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9456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 de Wasserstein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633472"/>
            <a:ext cx="4718304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no da una probabilidad 0-1, sino un número real (una distancia entre distribuciones).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Suele entrenar de forma más estable.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GANs generan datos nuevos y realistas (Goodfellow, 2014).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redes compiten: el generador crea falsos y el discriminador los detecta.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parte de ruido y aprende de la retroalimentación del discriminador.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 adversario: juego de suma cero (minimax, equilibrio de Nash).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Pérdidas: minimax (original) o Wasserstein (más estable).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La idea adversaria: una GAN que aprende una distribución (1D).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Una GAN que aprende una nube de puntos (2D).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 (GANs II)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una DGAN que genera imágenes (Conv2DTranspose).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de entrenamiento paso a paso.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 de GANs: SGAN, condicional y CycleGAN.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GANs I</dc:title>
  <dc:subject>PptxGenJS Presentation</dc:subject>
  <dc:creator>Ignacio López</dc:creator>
  <cp:lastModifiedBy>Ignacio López</cp:lastModifiedBy>
  <cp:revision>1</cp:revision>
  <dcterms:created xsi:type="dcterms:W3CDTF">2026-07-07T08:48:19Z</dcterms:created>
  <dcterms:modified xsi:type="dcterms:W3CDTF">2026-07-07T08:48:19Z</dcterms:modified>
</cp:coreProperties>
</file>