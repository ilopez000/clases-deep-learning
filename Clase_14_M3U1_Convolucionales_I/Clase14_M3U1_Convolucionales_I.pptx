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convolucionales I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14 · Módulo 3 — Unidad 1 (Parte 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fundamentos: imágenes, convolución y pooling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Empezamos el bloque de visión artificial: que la red aprenda a ver imágenes.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esta primera parte montamos los CIMIENTOS: cómo es una imagen y qué hacen la convolución y el pooling.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la Parte II ensamblaremos estas piezas en una red convolucional completa.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Visión artificial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imagen como matriz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convolución (filtros)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Stride y padding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pooling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Visión artificial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Imitar el sentido de la vista por computador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la visión artificial?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Extraer y analizar información útil a partir de imágenes. Las redes convolucionales la han hecho mucho más sencilla.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377440"/>
            <a:ext cx="333756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37744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Agricultura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99232"/>
            <a:ext cx="2935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Evaluar cultivos.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07408" y="2377440"/>
            <a:ext cx="333756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7408" y="2377440"/>
            <a:ext cx="333756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08576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Vehículos autónomos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08576" y="2999232"/>
            <a:ext cx="2935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Analizar el entorno.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46136" y="2377440"/>
            <a:ext cx="333756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46136" y="2377440"/>
            <a:ext cx="333756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14730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Biometría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47304" y="2999232"/>
            <a:ext cx="2935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Reconocer rostros.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80" y="4069080"/>
            <a:ext cx="333756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069080"/>
            <a:ext cx="333756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3" name="Text 20"/>
          <p:cNvSpPr/>
          <p:nvPr/>
        </p:nvSpPr>
        <p:spPr>
          <a:xfrm>
            <a:off x="1069848" y="42519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Medicina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69848" y="4690872"/>
            <a:ext cx="2935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Detectar enfermedades.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407408" y="4069080"/>
            <a:ext cx="333756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07408" y="406908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27" name="Text 24"/>
          <p:cNvSpPr/>
          <p:nvPr/>
        </p:nvSpPr>
        <p:spPr>
          <a:xfrm>
            <a:off x="4608576" y="42519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608576" y="4690872"/>
            <a:ext cx="2935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Detectar anomalías.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46136" y="4069080"/>
            <a:ext cx="3337560" cy="14630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46136" y="4069080"/>
            <a:ext cx="333756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31" name="Text 28"/>
          <p:cNvSpPr/>
          <p:nvPr/>
        </p:nvSpPr>
        <p:spPr>
          <a:xfrm>
            <a:off x="8147304" y="425196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Industria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147304" y="4690872"/>
            <a:ext cx="2935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Control de calidad.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VISIÓN ARTIFICIAL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Inspiración biológica e historia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Hubel y Wiesel (años 60): el córtex visual tiene neuronas con campos receptivos pequeños.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visión funciona como una jerarquía: rasgos simples (líneas) que se combinan en rasgos complejos.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240280" y="356616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22402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1980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Neocognitrón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Primera CNN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880360" y="3886200"/>
            <a:ext cx="1600200" cy="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0" y="356616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1998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48056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LeNet-5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8056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 + pooling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92240" y="3886200"/>
            <a:ext cx="1600200" cy="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64040" y="356616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20" name="Text 17"/>
          <p:cNvSpPr/>
          <p:nvPr/>
        </p:nvSpPr>
        <p:spPr>
          <a:xfrm>
            <a:off x="94640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2012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92440" y="4343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AlexNet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92440" y="4709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GPU: despega el campo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VISIÓN ARTIFICIAL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imagen es una matriz de píxeles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píxel guarda un valor numérico; se accede por su fila y columna.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Escala de grises: una sola matriz (un valor por píxel, 0–255).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Color: tres matrices, una por canal RGB (Rojo, Verde, Azul).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la red, ver una imagen es operar con números.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63840" y="2286000"/>
            <a:ext cx="2377440" cy="2377440"/>
          </a:xfrm>
          <a:prstGeom prst="rect">
            <a:avLst/>
          </a:prstGeom>
          <a:solidFill>
            <a:srgbClr val="67E3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83880" y="2478024"/>
            <a:ext cx="2377440" cy="2377440"/>
          </a:xfrm>
          <a:prstGeom prst="rect">
            <a:avLst/>
          </a:prstGeom>
          <a:solidFill>
            <a:srgbClr val="00A3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03920" y="2670048"/>
            <a:ext cx="2377440" cy="2377440"/>
          </a:xfrm>
          <a:prstGeom prst="rect">
            <a:avLst/>
          </a:prstGeom>
          <a:solidFill>
            <a:srgbClr val="4355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80960" y="5212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RGB = 3 matrices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convolución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corazón de las redes convolucionales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CONVOLUCIÓN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capa convolucional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Aplica filtros (kernels) sobre secciones de la imagen para resaltar características.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filtro produce un mapa de características.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valores del filtro son los pesos: la red los APRENDE durante el entrenamiento.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TensorFlow: la clase Conv2D.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2286000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65008" y="2286000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49056" y="2286000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33104" y="2286000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0" y="2670048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65008" y="2670048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49056" y="2670048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33104" y="2670048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0" y="3054096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65008" y="3054096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49056" y="3054096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33104" y="3054096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80960" y="3438144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65008" y="3438144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49056" y="3438144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33104" y="3438144"/>
            <a:ext cx="384048" cy="384048"/>
          </a:xfrm>
          <a:prstGeom prst="rect">
            <a:avLst/>
          </a:prstGeom>
          <a:solidFill>
            <a:srgbClr val="D9DD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80960" y="2286000"/>
            <a:ext cx="768096" cy="768096"/>
          </a:xfrm>
          <a:prstGeom prst="rect">
            <a:avLst/>
          </a:prstGeom>
          <a:solidFill>
            <a:srgbClr val="FF647E">
              <a:alpha val="65000"/>
            </a:srgbClr>
          </a:solidFill>
          <a:ln w="25400">
            <a:solidFill>
              <a:srgbClr val="FF647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809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filtro 3×3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418320" y="288036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0149840" y="2468880"/>
            <a:ext cx="411480" cy="41148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61320" y="2468880"/>
            <a:ext cx="411480" cy="41148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49840" y="2880360"/>
            <a:ext cx="411480" cy="41148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561320" y="2880360"/>
            <a:ext cx="411480" cy="411480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9669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mapa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características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CONVOLUCIÓN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trabaja un filtro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filtro se desliza por la imagen. En cada posición: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Multiplica cada valor del filtro por el píxel que tiene debajo.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Suma todos esos productos: un único valor del mapa de salida.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Distintos filtros resaltan distintas cosas: bordes, esquinas, texturas…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 = Σ (filtro × sección de la imagen)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CONVOLUCIÓN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desplazamiento (stride)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stride es cuánto se mueve el filtro en cada paso (por defecto, 1).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Stride 1: el filtro avanza píxel a píxel; el mapa de salida es grande.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Stride 2: avanza de dos en dos; el mapa de salida se reduce a la mitad.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stride mayor reduce el tamaño y el cómputo, pero pierde detalle.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CONVOLUCIÓN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relleno (padding)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 aplicar un filtro, la imagen de salida se encoge (los bordes se procesan menos). El padding lo evita.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377440"/>
            <a:ext cx="5212080" cy="2743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377440"/>
            <a:ext cx="52120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5603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 (sin relleno)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99232"/>
            <a:ext cx="480974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 se añade nada. La imagen de salida es más pequeña que la de entrada.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 el valor por defecto en Keras.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377440"/>
            <a:ext cx="5120640" cy="27432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237744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256032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same (zero padding)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2999232"/>
            <a:ext cx="471830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añade un marco de ceros alrededor de la imagen.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salida conserva el mismo tamaño que la entrada.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pooling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Reducir la información conservando lo importante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POOLING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Max-pooling y average-pooling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5212080" cy="21945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031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Max-pooling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42032"/>
            <a:ext cx="480974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Divide en regiones y se queda con el valor MÁXIMO de cada una.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más usada. MaxPooling2D.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120640" cy="21945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92024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10312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Average-pooling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542032"/>
            <a:ext cx="47183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Toma el valor MEDIO de cada región.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AveragePooling2D.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42976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Reduce la dimensión (y el cómputo) de las siguientes capas.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Disminuye el riesgo de sobreajuste eliminando detalle.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Sus filtros NO se entrenan y no usan función de activación.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1 (I)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visión artificial extrae información de imágenes; las CNN la hacen sencilla.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imagen es una matriz de píxeles (1 canal en gris, 3 en RGB).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convolución desliza filtros que generan mapas de características; la red aprende esos filtros.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stride controla el avance del filtro y el padding (valid/same) el tamaño de salida.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pooling reduce la información conservando lo más relevante.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1 (I)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La imagen y la convolución: filtros, stride y padding.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Pooling y las capas Conv2D / MaxPooling2D en Keras.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convolucionales II.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 y la anatomía completa de una CNN.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Aumentación de datos y construir un clasificador de imágenes.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convolucionales I</dc:title>
  <dc:subject>PptxGenJS Presentation</dc:subject>
  <dc:creator>Ignacio López</dc:creator>
  <cp:lastModifiedBy>Ignacio López</cp:lastModifiedBy>
  <cp:revision>1</cp:revision>
  <dcterms:created xsi:type="dcterms:W3CDTF">2026-06-30T11:20:12Z</dcterms:created>
  <dcterms:modified xsi:type="dcterms:W3CDTF">2026-06-30T11:20:12Z</dcterms:modified>
</cp:coreProperties>
</file>