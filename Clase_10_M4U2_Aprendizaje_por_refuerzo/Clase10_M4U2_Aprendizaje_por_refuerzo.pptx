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Aprendizaje por refuerzo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94360" y="374904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86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10 · Módulo 4 — Unidad 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Agentes que aprenden por recompensas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y objetivos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Hasta ahora dábamos a la red todos los ejemplos de golpe. ¿Y si aprende por prueba y error?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Eso es el aprendizaje por refuerzo: un agente que aprende interactuando con un entorno.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Veremos Q-Learning (con tabla) y su versión profunda (Deep Q-Network).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 Introducción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 Aprendizaje por refuerzo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  Deep Reinforcement Learning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agente · política · Q-Learning · DQN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Aprender por prueba y error, como los seres vivos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Aprender interactuando con el entorno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Inspiración conductista: aprendemos por causa y efecto (como un niño aprendiendo a andar).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Refuerzo positivo cuando logramos el objetivo; negativo (penalización) cuando fallamos.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 diferencia del aprendizaje supervisado, no hay un conjunto de datos dado: el agente genera su propia experiencia.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023360"/>
            <a:ext cx="3383280" cy="1554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02336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42062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Q-Learning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464515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1992 · algoritmo con tabla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4023360"/>
            <a:ext cx="3383280" cy="1554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402336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4681728" y="42062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Atari (DeepMind)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81728" y="464515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2015 · juega con los píxeles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92440" y="4023360"/>
            <a:ext cx="3383280" cy="1554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4023360"/>
            <a:ext cx="338328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19" name="Text 16"/>
          <p:cNvSpPr/>
          <p:nvPr/>
        </p:nvSpPr>
        <p:spPr>
          <a:xfrm>
            <a:off x="8293608" y="42062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AlphaGo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93608" y="464515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2016 · vence al campeón de Go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Aprendizaje por refuerzo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Agente, entorno, política y Q-Learning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APRENDIZAJE POR REFUERZO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bucle agente – entorno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0" y="246888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5740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AGENTE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040880" y="246888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ENTORNO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120640" y="2788920"/>
            <a:ext cx="1920240" cy="0"/>
          </a:xfrm>
          <a:prstGeom prst="line">
            <a:avLst/>
          </a:prstGeom>
          <a:noFill/>
          <a:ln w="3810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12064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acción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040880" y="3291840"/>
            <a:ext cx="-1920240" cy="0"/>
          </a:xfrm>
          <a:prstGeom prst="line">
            <a:avLst/>
          </a:prstGeom>
          <a:noFill/>
          <a:ln w="38100">
            <a:solidFill>
              <a:srgbClr val="67E3D4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48056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38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nuevo estado + refuerzo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4114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Agente: decide y actúa. Entorno: el mundo que cambia con cada acción.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Acción: lo que hace el agente. Estado: la foto completa del entorno. Refuerzo: la nota (recompensa) que recibe.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Objetivo: elegir acciones que maximicen la recompensa total a largo plazo.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APRENDIZAJE POR REFUERZO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Modelo formal: el proceso de Markov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problema de RL es una decisión secuencial: el resultado no se conoce hasta el final.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modela como un Proceso de Decisión de Markov (MDP).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Propiedad de Markov: el futuro depende solo del estado actual, no de toda la historia.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 el entorno solo se observa en parte, es un POMDP (parcialmente observable).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2743200"/>
            <a:ext cx="1280160" cy="128016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0058400" y="2743200"/>
            <a:ext cx="1280160" cy="128016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9235440" y="3108960"/>
            <a:ext cx="822960" cy="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058400" y="3657600"/>
            <a:ext cx="-822960" cy="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863840" y="4114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transición con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probabilidad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APRENDIZAJE POR REFUERZO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Política, recompensa y descuento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Política π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estrategia del agente: qué acción tomar en cada estado.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objetivo es encontrar la política óptima.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8288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Recompensa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45059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Valor numérico tras cada acción (positivo o negativo).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agente busca maximizar la suma de recompensas.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82880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82880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Factor de descuento γ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45059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 0 y 1. Pondera el futuro: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γ cerca de 0: solo importa la recompensa inmediata.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γ cerca de 1: importa el largo plazo.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APRENDIZAJE POR REFUERZO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Funciones de valor y ecuación de Bellman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V(s): cómo de bueno es estar en un estado siguiendo la política.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Q(s, a): cómo de bueno es tomar la acción a en el estado s (valor estado-acción).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 permite elegir la mejor acción sin conocer el modelo del entorno.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371600" y="3657600"/>
            <a:ext cx="9418320" cy="10972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36576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Bellman:   V(s) = recompensa(s) + γ · V(s')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" y="4983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valor de un estado = recompensa inmediata + valor (descontado) del siguiente estado.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APRENDIZAJE POR REFUERZO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Q-Learning: aprender una tabla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Construye una tabla Q con una fila por estado y una columna por acción.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celda guarda el valor esperado de esa acción en ese estado.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 de experiencias (s, a, s', r); no necesita conocer el entorno de antemano.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Exploración vs. explotación: al principio prueba al azar; luego explota lo que ya sabe.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Tabla Q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778240" y="22860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↑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64040" y="22860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149840" y="22860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←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835640" y="22860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0" y="2697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78240" y="269748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0" y="2697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464040" y="269748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64040" y="2697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149840" y="269748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149840" y="2697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835640" y="269748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835640" y="2697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778240" y="324612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78240" y="3246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464040" y="324612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64040" y="3246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0.7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149840" y="324612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49840" y="3246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0.1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835640" y="324612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835640" y="3246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0.9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772400" y="3794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s3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778240" y="379476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778240" y="3794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0.7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464040" y="379476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64040" y="3794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0149840" y="379476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149840" y="3794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0835640" y="379476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835640" y="3794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0.6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772400" y="4343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s4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778240" y="434340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778240" y="43434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464040" y="434340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464040" y="43434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0.9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149840" y="434340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149840" y="43434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0.2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0835640" y="4343400"/>
            <a:ext cx="685800" cy="457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835640" y="43434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0.2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768096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estado × acción → valor Q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APRENDIZAJE POR REFUERZO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se actualiza la tabla Q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600200"/>
            <a:ext cx="10515600" cy="9144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Q(s,a) ← Q(s,a) + α · [ r + γ · max Q(s',·) − Q(s,a) ]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α (tasa de aprendizaje): cuánto pesa la nueva experiencia (0 a 1).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r: recompensa obtenida al ejecutar la acción.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γ (descuento): importancia del futuro.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max Q(s',·): la mejor acción posible en el estado siguiente.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5577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repite durante muchos episodios hasta que los valores convergen.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Deep Reinforcement Learning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Cuando la tabla Q ya no cabe: redes de neuronas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2.3 DEEP RL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problema de la tabla y la solución DQN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entornos complejos (p. ej. los píxeles de un videojuego) hay millones de estados: la tabla Q no cabe en memoria.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Solución: sustituir la tabla por una red de neuronas que aproxime los valores Q.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Esto da lugar a las Deep Q-Networks (DQN).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89520" y="2377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89520" y="36576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3657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neuronal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58200" y="3291840"/>
            <a:ext cx="0" cy="36576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784080" y="3017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2980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Q(↑)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784080" y="3611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2980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Q(↓)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784080" y="4206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29800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Q(→)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326880" y="4114800"/>
            <a:ext cx="457200" cy="-82296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326880" y="4114800"/>
            <a:ext cx="457200" cy="-18288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326880" y="4114800"/>
            <a:ext cx="457200" cy="36576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868680" y="5486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red predice un valor Q por cada acción posible; se elige la de mayor valor.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aprendizaje por refuerzo: un agente aprende por prueba y error maximizando recompensas.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Elementos: agente, entorno, estado, acción y refuerzo; se modela con un MDP (Markov).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política dice qué hacer; Q(s,a) mide la calidad de cada acción (ecuación de Bellman).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Q-Learning aprende una tabla Q equilibrando exploración y explotación.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Cuando la tabla no cabe, una red la aproxima: Deep Q-Network (DQN).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Q-Learning desde cero: un robot que aprende a llegar a la meta.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Deep Q-Network (DQN) con Keras en el mismo entorno.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3: Despliegue de modelos.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poner un modelo en producción.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Guardado, servicio e inferencia.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10 - M4U2 Aprendizaje por refuerzo</dc:title>
  <dc:subject>PptxGenJS Presentation</dc:subject>
  <dc:creator>Ignacio López</dc:creator>
  <cp:lastModifiedBy>Ignacio López</cp:lastModifiedBy>
  <cp:revision>1</cp:revision>
  <dcterms:created xsi:type="dcterms:W3CDTF">2026-06-16T12:38:19Z</dcterms:created>
  <dcterms:modified xsi:type="dcterms:W3CDTF">2026-06-16T12:38:19Z</dcterms:modified>
</cp:coreProperties>
</file>