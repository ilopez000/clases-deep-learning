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Generativas Adversarias (GANs)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94360" y="379476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31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8 · Módulo 3 — Unidad 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526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una red aprende a crear datos nuevos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Hasta ahora las redes clasificaban o predecían. ¿Y si la red pudiera CREAR datos nuevos?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Eso hacen las GANs: generar imágenes, sonidos o textos realistas desde cero.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Veremos su idea (dos redes que compiten), cómo se entrenan y sus principales variantes.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  Introducción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 Cómo funciona una GAN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 Construir una DGAN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 Tipos de GANs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· discriminador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que generan datos nuevos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son las GANs?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 y regresión analizan datos; las GANs los CREAN.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Inventadas por Ian Goodfellow en 2014 (Generative Adversarial Networks).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Combinan dos redes para generar datos realistas: imágenes, vídeo, audio, texto…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47472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Rostros falsos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Caras realistas que no existen.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347472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8172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Texto → imagen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8172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Generar una imagen a partir de una descripción.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92440" y="3474720"/>
            <a:ext cx="33832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347472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36576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Imagen → imagen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93608" y="4096512"/>
            <a:ext cx="2980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Convertir un caballo en cebra, un boceto en foto.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funciona una GAN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redes que compiten: generador y discriminador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idea: un falsificador y un experto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 (falsificador): crea datos falsos a partir de ruido aleatorio.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4355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 (experto): decide si un dato es real o falso.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Compiten: el generador quiere engañar; el discriminador, no dejarse engañar.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 competir, ambos mejoran a la vez hasta que los datos falsos parecen reales.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9520" y="228600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2286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(falsificador)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89520" y="4023360"/>
            <a:ext cx="365760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4023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(experto)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0" y="3291840"/>
            <a:ext cx="0" cy="73152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607040" y="4023360"/>
            <a:ext cx="0" cy="-73152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4124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compiten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estructura de una GAN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5B6079"/>
          </a:solidFill>
          <a:ln w="12700">
            <a:solidFill>
              <a:srgbClr val="5B60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Ruido Z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(aleatorio)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Generador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23774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9BAC"/>
          </a:solidFill>
          <a:ln w="12700">
            <a:solidFill>
              <a:srgbClr val="FF9B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2377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 falso X*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0" y="4114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0332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reales X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5120" y="41148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4114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Discriminador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601200" y="32461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46920" y="32461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/ falso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880360" y="2834640"/>
            <a:ext cx="77724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52160" y="2834640"/>
            <a:ext cx="8229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772400" y="3291840"/>
            <a:ext cx="0" cy="82296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52160" y="4572000"/>
            <a:ext cx="82296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869680" y="3703320"/>
            <a:ext cx="73152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86868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aprende del veredicto del discriminador (retroalimentación) y mejora sus falsificaciones.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dos modelos en detalle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generadora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Entrada: ruido aleatorio (distribución gaussiana).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Salida: ejemplos con el formato de los reales.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crear falsos indistinguibles de los reales.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discriminadora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Entrada: ejemplos reales (del dataset) y falsos (del generador).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Salida: probabilidad de ser real (cerca de 1) o falso (cerca de 0).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detectar el mayor número de falsos posible.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3.2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juego adversario y la pérdida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un juego de suma cero: lo que gana uno lo pierde el otro.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Estrategia minimax: el generador minimiza la pérdida y el discriminador la maximiza.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punto ideal es el equilibrio de Nash: ninguno mejora cambiando su estrategia en solitario.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657600"/>
            <a:ext cx="52120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6576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8404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 minimax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279392"/>
            <a:ext cx="48097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función original (Goodfellow). El generador y el discriminador compiten por el mismo término basado en entropía cruzada.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657600"/>
            <a:ext cx="512064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36576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38404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Pérdida de Wasserstein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4279392"/>
            <a:ext cx="471830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no da una probabilidad 0-1, sino un número real (distancia entre distribuciones). Suele entrenar de forma más estable.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una DGAN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GAN profunda para crear dígitos manuscritos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CONSTRUCCIÓN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DGAN para dígitos (MNIST)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generar dígitos manuscritos nuevos a partir de ruido.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Datos: MNIST (60.000 imágenes); se normalizan los píxeles (0-1).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 generadora (de ruido a imagen):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3200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97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71800" y="3200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83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57800" y="3200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69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543800" y="3200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LeakyReLU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555480" y="361188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829800" y="32004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0" y="32004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BatchNorm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42976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Conv2DTranspose amplía la imagen (lo contrario de la convolución): construye la imagen a partir del ruido.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es una CNN normal de clasificación binaria (real/falso).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3.3 CONSTRUCCIÓN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de entrenamiento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1031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generador crea un lote de imágenes falsas a partir de ruido.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207008" y="27889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0632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783080" y="30632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entrena el discriminador con imágenes reales (etiqueta 1) y falsas (etiqueta 0).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207008" y="374904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402336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783080" y="40233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entrena el generador para que el discriminador clasifique sus falsas como reales.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207008" y="470916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68680" y="498348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783080" y="49834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repite: ambos mejoran a la vez, época tras época.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3.4 TIPOS DE GANs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Otros tipos de GANs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Semisupervisada (SGAN)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discriminador clasifica en N+1 clases: las N reales del problema más una para 'falso'.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Aprovecha datos sin etiquetar.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Condicional (cGAN)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le indica QUÉ generar mediante una etiqueta (p. ej. un dígito concreto).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una capa embedding para la etiqueta. Control sobre el resultado.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CycleGAN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3347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Cuatro redes para traducir imagen a imagen entre dos dominios (caballo ↔ cebra).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usa ruido: parte de imágenes del otro dominio.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GANs generan datos nuevos y realistas (Goodfellow, 2014).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redes compiten: el generador crea falsos y el discriminador los detecta.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 adversario (juego de suma cero, minimax); pérdidas minimax o Wasserstein.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DGAN usa Conv2DTranspose para construir imágenes a partir de ruido.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Variantes: SGAN (semisupervisada), cGAN (condicional) y CycleGAN (imagen a imagen).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La idea adversaria: una GAN que aprende una distribución.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Una DGAN que genera imágenes de dígitos.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4: otros entornos de aprendizaje.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recurrentes y procesamiento del lenguaje natural.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una red entiende secuencias y texto.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8 - M3U3 GANs</dc:title>
  <dc:subject>PptxGenJS Presentation</dc:subject>
  <dc:creator>Ignacio López</dc:creator>
  <cp:lastModifiedBy>Ignacio López</cp:lastModifiedBy>
  <cp:revision>1</cp:revision>
  <dcterms:created xsi:type="dcterms:W3CDTF">2026-06-15T14:48:48Z</dcterms:created>
  <dcterms:modified xsi:type="dcterms:W3CDTF">2026-06-15T14:48:48Z</dcterms:modified>
</cp:coreProperties>
</file>