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recurrentes y NLP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594360" y="374904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86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9 · Módulo 4 — Unidad 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Procesamiento del lenguaje natural con Deep Learning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Bienvenida: empezamos el Módulo 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Hasta ahora cada ejemplo era independiente. Pero en el lenguaje y las series temporales, el orden importa.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vemos redes que tienen memoria: las redes recurrentes (RNN), y su uso en NLP.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Llegaremos hasta los Transformers, la base de los modelos de lenguaje actuales.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93192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37744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NLP y representación del texto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Embeddings (word2vec)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recurrentes (RNN, LSTM, GRU)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Encoder-decoder y atención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Transformers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— 1.2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NLP y el texto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orden importa; cómo convertir texto en números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Cuando el orden importa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significado de una palabra depende de las anteriores y posteriores (contexto).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datos secuenciales aparecen en muchos sitios: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Lenguaje hablado y escrito (NLP).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Series temporales (precio de la energía, sensores).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Música (generar una melodía a partir de una nota).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redes recurrentes son la técnica de referencia para estas secuencias.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NLP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Procesamiento del lenguaje natural (NLP)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Rama de la IA que permite a las máquinas entender y producir lenguaje humano (escrito o hablado).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194560"/>
            <a:ext cx="5212080" cy="13716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194560"/>
            <a:ext cx="52120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37744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NLU — Entender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816352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Interpretar una secuencia de palabras y extraer su significado.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194560"/>
            <a:ext cx="5120640" cy="13716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2194560"/>
            <a:ext cx="512064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237744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NLG — Generar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2816352"/>
            <a:ext cx="4718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Transformar datos en texto en lenguaje natural.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Aplicaciones: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114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Traducción automática · resúmenes · sugerencia de palabras.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Análisis de sentimiento · reconocimiento de entidades.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Asistentes de voz (Alexa, Google Assistant) · reconocimiento del habla.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NLP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Convertir texto en números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redes solo entienden números. Dos enfoques para representar palabras: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286000"/>
            <a:ext cx="52120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286000"/>
            <a:ext cx="52120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4688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Léxico (cuenta palabras)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07792"/>
            <a:ext cx="48097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One-hot: una posición por palabra.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Bag of Words (BOW) + TF-IDF: frecuencia de cada término.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Problema: vectores enormes y dispersos; no captan el orden ni la similitud (gato ≈ coche).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286000"/>
            <a:ext cx="512064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2286000"/>
            <a:ext cx="512064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246888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Semántico (embeddings)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2907792"/>
            <a:ext cx="47183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palabra es un vector denso de n dimensiones.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distancia entre vectores refleja similitud de significado: 'gato' queda cerca de 'tigre'.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Captura relaciones (rey ≈ hombre).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NLP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Embeddings: el significado en un vector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Word2vec: una red de 2 capas que aprende un vector por palabra a partir de un texto (corpus).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CBOW: predice la palabra a partir de su contexto.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Skip-gram: predice el contexto a partir de la palabra.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Otros modelos: GloVe (basado en conteo) y LexVec.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Keras, la capa Embedding aprende estos vectores como parte de la red.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NLP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Configuraciones de una RNN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5780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57800" cy="109728"/>
          </a:xfrm>
          <a:prstGeom prst="rect">
            <a:avLst/>
          </a:prstGeom>
          <a:solidFill>
            <a:srgbClr val="5B6079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one-to-one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4855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entrada, una salida (clasificación simple).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1828800"/>
            <a:ext cx="525780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828800"/>
            <a:ext cx="525780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601968" y="2011680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one-to-many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01968" y="2450592"/>
            <a:ext cx="4855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entrada, una secuencia (pie de foto, música).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3840480"/>
            <a:ext cx="525780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840480"/>
            <a:ext cx="525780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8" name="Text 15"/>
          <p:cNvSpPr/>
          <p:nvPr/>
        </p:nvSpPr>
        <p:spPr>
          <a:xfrm>
            <a:off x="1069848" y="4023360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many-to-one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69848" y="4462272"/>
            <a:ext cx="4855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secuencia, una salida (sentimiento de un texto).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3840480"/>
            <a:ext cx="525780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3840480"/>
            <a:ext cx="525780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22" name="Text 19"/>
          <p:cNvSpPr/>
          <p:nvPr/>
        </p:nvSpPr>
        <p:spPr>
          <a:xfrm>
            <a:off x="6601968" y="4023360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many-to-many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01968" y="4462272"/>
            <a:ext cx="4855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Secuencia a secuencia (traducción automática).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recurrentes (RNN)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con memoria para secuencias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RNN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neurona recurrente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RNN tiene ciclos: la salida de una neurona vuelve a ser su entrada.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Mantiene un estado oculto h(t) que actúa como memoria a corto plazo.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cada paso combina la entrada actual x(t) con el estado anterior h(t-1).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737360" y="42062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83080" y="4206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37360" y="52120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83080" y="5212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x(t-1)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468880" y="5212080"/>
            <a:ext cx="0" cy="-27432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22860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468880" y="4206240"/>
            <a:ext cx="0" cy="-22860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200400" y="4572000"/>
            <a:ext cx="1645920" cy="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846320" y="42062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4206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846320" y="52120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5212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x(t)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577840" y="5212080"/>
            <a:ext cx="0" cy="-27432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53949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577840" y="4206240"/>
            <a:ext cx="0" cy="-22860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309360" y="4572000"/>
            <a:ext cx="1645920" cy="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955280" y="42062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01000" y="4206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955280" y="52120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01000" y="5212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x(t+1)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686800" y="5212080"/>
            <a:ext cx="0" cy="-27432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8503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686800" y="4206240"/>
            <a:ext cx="0" cy="-22860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173736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estado oculto h(t) →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RNN 'desenrollada': cada columna es un instante de tiempo; la memoria pasa de uno al siguiente.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RNN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Memoria larga: LSTM y GRU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RNN simples (Elman) solo recuerdan a corto plazo. Para dependencias largas, dos variantes con puertas: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377440"/>
            <a:ext cx="52120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37744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56032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LSTM (Long Short-Term Memory)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99232"/>
            <a:ext cx="48097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Añade una celda de memoria y tres puertas: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Olvido (forget): qué borrar.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Entrada (input): qué guardar.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Salida (output): qué emitir.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Resuelve dependencias a largo plazo.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377440"/>
            <a:ext cx="512064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237744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256032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GRU (Gated Recurrent Unit)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2999232"/>
            <a:ext cx="47183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Versión simplificada de la LSTM con solo dos puertas: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Reinicio (reset).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Actualización (update).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Resultados similares con menos cómputo.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1.4 — 1.6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Hacia los Transformers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Encoder-decoder, atención y la arquitectura actual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1.4 ENCODER-DECODER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Encoder – Decoder (seq2seq)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traducir o responder se combinan dos RNN: una codifica la frase y otra genera la respuesta.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29260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926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Codificador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(encoder)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926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2926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Vector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21040" y="29260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2926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Decodificador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(decoder)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840480" y="3429000"/>
            <a:ext cx="91440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406640" y="3429000"/>
            <a:ext cx="91440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1440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“Se ha llegado a un acuerdo”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210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“An agreement has been reached”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68680" y="46634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codificador comprime la frase de entrada en un vector de contexto.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decodificador genera la secuencia de salida (de tamaño distinto).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frases largas conviene usar LSTM o GRU (evitan el desvanecimiento del gradiente).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1.5 ATENCIÓN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Modelos de atención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Problema: la palabra clave puede estar en posiciones distintas en cada idioma.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Inspiración humana: nos centramos en lo relevante e ignoramos el resto.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atención asigna un peso a cada estado oculto del codificador: cuánto importa en cada paso.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contexto pasa a ser una suma ponderada de los estados ocultos.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Atención local (solo algunos estados) vs. global (todos).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1.6 TRANSFORMERS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Transformers (Vaswani, 2017)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Redefinen la atención y eliminan la recurrencia: procesan toda la secuencia a la vez.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cada palabra se calculan tres vectores: consulta (Q), clave (K) y valor (V).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atención combina Q, K y V para medir la importancia entre palabras, sin importar la distancia.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21945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2194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052560" y="21945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98280" y="2194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K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424160" y="21945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69880" y="2194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366760" y="33832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3383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Atención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75320" y="3017520"/>
            <a:ext cx="548640" cy="36576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0607040" y="3017520"/>
            <a:ext cx="-457200" cy="36576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7589520" y="4480560"/>
            <a:ext cx="4023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Multi-head attention: varias 'cabezas' aprenden distintas relaciones.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Base de los modelos de lenguaje actuales (BERT, GPT…).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1.7 CONSTRUCCIÓN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Construir una RNN: análisis de sentimiento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red many-to-one que lee un texto y predice si es positivo o negativo.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88720" y="29260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2926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Texto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3429000"/>
            <a:ext cx="5029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794760" y="29260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2926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97880" y="3429000"/>
            <a:ext cx="5029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00800" y="29260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2926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LSTM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03920" y="3429000"/>
            <a:ext cx="5029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006840" y="29260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52560" y="2926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sigmoide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" y="42976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Embedding convierte cada palabra en un vector; la LSTM recorre la secuencia.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salida sigmoide da un valor 0-1: negativo ↔ positivo.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Optimizador Adam y pérdida binary crossentropy.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secuencias (texto, series) necesitan redes con memoria: las RNN.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texto se vuelve número con one-hot/BOW o, mejor, con embeddings (significado).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RNN simple guarda un estado oculto; LSTM y GRU manejan memoria a largo plazo con puertas.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Encoder-decoder + atención permiten traducir; los Transformers eliminan la recurrencia (Q, K, V).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Embedding + LSTM construimos un analizador de sentimiento.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Del texto a los números: tokenización y embeddings.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Análisis de sentimiento con una RNN (Embedding + LSTM).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2: Aprendizaje por refuerzo.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Agentes que aprenden por recompensas.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Estados, acciones y políticas.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9 - M4U1 RNN y NLP</dc:title>
  <dc:subject>PptxGenJS Presentation</dc:subject>
  <dc:creator>Ignacio López</dc:creator>
  <cp:lastModifiedBy>Ignacio López</cp:lastModifiedBy>
  <cp:revision>1</cp:revision>
  <dcterms:created xsi:type="dcterms:W3CDTF">2026-06-16T12:31:14Z</dcterms:created>
  <dcterms:modified xsi:type="dcterms:W3CDTF">2026-06-16T12:31:14Z</dcterms:modified>
</cp:coreProperties>
</file>