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residuales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— Unidad 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muy profundas y transferencia de aprendizaje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M3 · U2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Ya sabemos construir CNN para ver imágenes. Pero, ¿qué pasa cuando la red es MUY profunda?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resolvemos ese problema con las redes residuales (ResNet).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 aprendemos a reutilizar redes ya entrenadas: transfer learning.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29184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 Redes residuales (ResNet)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 Transfer learning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salto · bloque residual · ResNet50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residuales (ResNet)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entrenar redes muy profundas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RESNET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problema: el gradiente se desvanece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extraer información más compleja necesitamos más capas (más profundidad).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Pero al propagar el error hacia atrás en redes muy profundas, el gradiente se hace cada vez más pequeño hasta casi desaparecer.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gradiente es casi 0, los pesos dejan de actualizarse: el entrenamiento se estanca.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activación ReLU lo mitiga, pero no lo resuelve del todo en redes muy profundas.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551176"/>
            <a:ext cx="1280160" cy="128016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0" name="Shape 7"/>
          <p:cNvSpPr/>
          <p:nvPr/>
        </p:nvSpPr>
        <p:spPr>
          <a:xfrm>
            <a:off x="8430768" y="2756916"/>
            <a:ext cx="1051560" cy="105156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1" name="Shape 8"/>
          <p:cNvSpPr/>
          <p:nvPr/>
        </p:nvSpPr>
        <p:spPr>
          <a:xfrm>
            <a:off x="9180576" y="2921508"/>
            <a:ext cx="868680" cy="86868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2" name="Shape 9"/>
          <p:cNvSpPr/>
          <p:nvPr/>
        </p:nvSpPr>
        <p:spPr>
          <a:xfrm>
            <a:off x="9930384" y="3061411"/>
            <a:ext cx="713232" cy="713232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80192" y="3176626"/>
            <a:ext cx="585216" cy="585216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4572000"/>
            <a:ext cx="356616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58952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gradiente se encoge capa a capa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RESNET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idea ResNet: conexiones de salto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ResNet (He, 2016) añade atajos (skip connections) que saltan capas y dejan pasar el gradiente.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71600" y="3108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31089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 x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23360" y="3108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F(x)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3200400"/>
            <a:ext cx="731520" cy="73152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+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8229600" y="31089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3108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F(x)+x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383280" y="35661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35661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589520" y="35661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377440" y="3108960"/>
            <a:ext cx="0" cy="-73152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77440" y="2377440"/>
            <a:ext cx="484632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23760" y="2377440"/>
            <a:ext cx="0" cy="82296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23774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atajo (skip): la entrada se suma a la salida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44805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aprende el residuo F(x); el atajo garantiza que el gradiente siempre tenga un camino directo.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Permite entrenar redes de decenas o cientos de capas sin que el gradiente desaparezca.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RESNET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residual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Estructura básica (ResNet v1): dos convoluciones 3×3 con normalización, ReLU y la suma del atajo.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228600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2286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3×3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288036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30632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3063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BatchNorm + ReLU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365760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38404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840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3×3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91840" y="4434840"/>
            <a:ext cx="0" cy="18288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461772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4617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BatchNorm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926080" y="5486400"/>
            <a:ext cx="731520" cy="59436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5486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+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577840" y="2331720"/>
            <a:ext cx="0" cy="3456432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5788152"/>
            <a:ext cx="-192024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6692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atajo (x)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2286000"/>
            <a:ext cx="4297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Keras NO existe como capa: se construye con la API funcional (no Sequential).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combina dos capas y tres operaciones (2 ReLU + 1 suma).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ResNet de 32 capas puede tener ~141 millones de coeficientes.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Versiones: v1 (normalización tras la conv) y v2 (normalización antes de la conv).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Transfer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Reutilizar lo que otra red ya aprendió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TRANSFER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la transferencia de aprendizaje?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Reutilizar el aprendizaje de una tarea para resolver otra distinta.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imágenes funciona muy bien: extraer características (bordes, formas, texturas) es similar en casi cualquier tarea.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reutiliza la sección de extracción de una red ya entrenada y se sustituye solo la sección de clasificación.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Ahorra tiempo, datos y cómputo: no entrenamos desde cero.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TRANSFER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se aplica con una red preentrenada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Mantenemos la extracción de una red preentrenada (p. ej. ResNet50, 50 capas) y añadimos nuestra cabeza de clasificación.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286000"/>
            <a:ext cx="4572000" cy="3291840"/>
          </a:xfrm>
          <a:prstGeom prst="rect">
            <a:avLst/>
          </a:prstGeom>
          <a:solidFill>
            <a:srgbClr val="F4F6FF"/>
          </a:solidFill>
          <a:ln w="19050">
            <a:solidFill>
              <a:srgbClr val="5B607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0584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Base preentrenada (congelada)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97280" y="28803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880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ResNet50: extracción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Pesos ya aprendidos sobre millones de imágenes; no se reentrenan.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393192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172200" y="2286000"/>
            <a:ext cx="5212080" cy="329184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Cabeza nueva (la entrenamos)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0" y="283464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28346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GlobalAveragePooling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364992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336499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3895344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38953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512 (ReLU)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0" y="4425696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44256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Dropout 0.6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0" y="4956048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49560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3 (Softmax)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Ventajas y resumen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ResNet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4809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Conexiones de salto que evitan el desvanecimiento del gradiente: permiten redes muy profundas.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0116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Transfer learning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50592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Reutiliza una red preentrenada y solo entrena la cabeza: rápido y con pocos datos.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8404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bloque residual aprende el residuo F(x) y suma la entrada (F(x)+x).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construye con la API funcional de Keras; existen versiones v1 y v2.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ResNet50 preentrenada + una cabeza propia clasificamos con muy poco esfuerzo.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El bloque residual con la API funcional de Keras.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Transfer learning: reutilizar una red ya entrenada.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3: Redes generativas adversarias (GANs).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una red aprende a crear imágenes nuevas.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 vs. discriminador.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neuronas residuales</dc:title>
  <dc:subject>PptxGenJS Presentation</dc:subject>
  <dc:creator>Ignacio López</dc:creator>
  <cp:lastModifiedBy>Ignacio López</cp:lastModifiedBy>
  <cp:revision>1</cp:revision>
  <dcterms:created xsi:type="dcterms:W3CDTF">2026-07-07T08:43:58Z</dcterms:created>
  <dcterms:modified xsi:type="dcterms:W3CDTF">2026-07-07T08:43:58Z</dcterms:modified>
</cp:coreProperties>
</file>