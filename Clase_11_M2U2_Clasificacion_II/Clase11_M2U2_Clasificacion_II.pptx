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 II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11 · Módulo 2 — Unidad 2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avanzadas, datos desbalanceados e hiperparámetros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Repaso y objetivos de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Clasificación I vimos los tipos, las funciones de pérdida y las métricas básicas (matriz de confusión, precision, recall, F1).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profundizamos: cómo evaluar mejor, qué hacer con datos desbalanceados y cómo afinar el modelo.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Umbral de decisión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Curvas ROC / AUC y PR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desbalanceados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 de hiperparámetros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avanzadas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allá de la accuracy: umbral, ROC y AUC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AVANZADAS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umbral de decisión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clasificador binario no da una clase, sino una probabilidad (0 a 1).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decidir la clase aplicamos un umbral; por defecto 0,5, pero no siempre es el mejor.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Bajar el umbral ⇒ más positivos detectados (sube el recall, baja la precision).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Subir el umbral ⇒ más exigente (sube la precision, baja el recall).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umbral se elige según el coste de cada tipo de error (médico vs. spam).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AVANZADAS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curva ROC y el AUC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curva ROC dibuja, para todos los umbrales, la tasa de verdaderos positivos frente a la de falsos positivos.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AUC (área bajo la curva) resume la calidad en un solo número: 1 = perfecto, 0,5 = azar.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Útil para comparar modelos sin fijar un umbral concreto.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103120"/>
            <a:ext cx="3657600" cy="33832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5212080"/>
            <a:ext cx="3108960" cy="-2834640"/>
          </a:xfrm>
          <a:prstGeom prst="line">
            <a:avLst/>
          </a:prstGeom>
          <a:noFill/>
          <a:ln w="12700">
            <a:solidFill>
              <a:srgbClr val="5B6079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735824" y="5175504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91272" y="3899916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8899" y="3247949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13064" y="2822753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34856" y="2567635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12096" y="2425903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844784" y="2340864"/>
            <a:ext cx="109728" cy="109728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TPR ↑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875520" y="5193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FPR 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86800" y="3566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azar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498080" y="5532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Curva ROC (cuanto más arriba-izquierda, mejor)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AVANZADAS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ROC vs. Precision-Recall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2120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Curva ROC / AUC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48097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Relaciona verdaderos positivos y falsos positivos.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Buena visión general, pero puede ser optimista cuando las clases están muy desbalanceadas.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Curva Precision-Recall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42032"/>
            <a:ext cx="471830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Relaciona precision y recall a distintos umbrales.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informativa cuando la clase positiva es rara (fraude, enfermedad).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Regla práctica: con clases muy desbalanceadas, fíjate más en la curva Precision-Recall.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desbalanceados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Cuando una clase es mucho más rara que otra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DESBALANCEADOS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problema del desbalanceo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detección de fraude con 99% de operaciones legítimas y 1% fraudulentas.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modelo que prediga siempre 'no fraude' acierta el 99%… pero es inútil.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accuracy engaña: hay que mirar recall, precision y F1 de la clase minoritaria.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023360"/>
            <a:ext cx="8778240" cy="6400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0233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Legítimas · 99%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46920" y="4023360"/>
            <a:ext cx="1737360" cy="64008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2" name="Text 9"/>
          <p:cNvSpPr/>
          <p:nvPr/>
        </p:nvSpPr>
        <p:spPr>
          <a:xfrm>
            <a:off x="964692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Fraude 1%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DESBALANCEADOS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Técnicas para datos desbalanceados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Pesos de clase (class_weight)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Dar más peso a la clase minoritaria en la función de pérdida.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modelo 'penaliza' más fallar en la clase rara.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9202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Re-muestreo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54203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Sobremuestrear la minoritaria (p. ej. SMOTE) o submuestrear la mayoritaria para equilibrar.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92024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9202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y umbral adecuados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54203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 con recall / F1 de la clase rara y ajustar el umbral, no la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 de hiperparámetros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Afinar el modelo de forma sistemática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HIPERPARÁMETROS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hiperparámetros se ajustan?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hiperparámetros configuran el entrenamiento (no se aprenden de los datos).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Tasa de aprendizaje.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Tamaño de batch.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Número de capas ocultas.</a:t>
            </a:r>
            <a:endParaRPr lang="en-US" sz="16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Número de neuronas por capa (y función de activación).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Optimizar = buscar la combinación que da el mejor modelo (caro en cómputo).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HIPERPARÁMETROS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Estrategias de búsqueda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Búsqueda aleatoria (Random Search)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combinaciones al azar dentro de los rangos válidos. Eficiente para explorar.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0116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Búsqueda en cuadrícula (Grid Search)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5059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TODAS las combinaciones de una rejilla. Exhaustiva pero muy costosa.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459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Grid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80160" y="4297680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80160" y="4681728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80160" y="5065776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5449824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91640" y="4297680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91640" y="4681728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91640" y="5065776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91640" y="5449824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03120" y="4297680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03120" y="4681728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03120" y="5065776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03120" y="5449824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14600" y="4297680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14600" y="4681728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14600" y="5065776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14600" y="5449824"/>
            <a:ext cx="128016" cy="128016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Random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010144" y="470916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595360" y="443484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34272" y="498348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302752" y="525780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814816" y="546354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253728" y="464058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56448" y="560070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22208" y="4983480"/>
            <a:ext cx="128016" cy="128016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Otras: bayesiana, evolutiva (genéticos), basada en gradientes.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HIPERPARÁMETROS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proceso de optimización (4 fases)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Definir hiperparámetros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Qué valores puede tomar cada uno (rangos).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207008" y="269748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8308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Elegir el algoritmo de búsqueda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0" y="2971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Random, grid, bayesiana… y su configuración.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207008" y="365760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Buscar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00800" y="3931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Seleccionar → entrenar → evaluar, de forma iterativa.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207008" y="46177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83080" y="4892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Configuración final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400800" y="4892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 el mejor modelo con el conjunto de test.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783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Herramientas como Keras Tuner automatizan este proceso.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2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umbral de decisión equilibra precision y recall; 0,5 no siempre es lo óptimo.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curva ROC/AUC y la curva Precision-Recall evalúan el modelo en todos los umbrales.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clases desbalanceadas, la accuracy engaña: usa class_weight, re-muestreo y métricas de la clase rara.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hiperparámetros se optimizan con búsqueda (random, grid, bayesiana…) en cuatro fases.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2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Métricas avanzadas: ROC/AUC, umbral y datos desbalanceados.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Optimización de hiperparámetros con búsqueda aleatoria.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seguir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 estas técnicas a tus propios clasificadores.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Compara ROC/AUC entre varios modelos.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Keras Tuner para automatizar la búsqueda.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11 - M2U2 Clasificación II</dc:title>
  <dc:subject>PptxGenJS Presentation</dc:subject>
  <dc:creator>Ignacio López</dc:creator>
  <cp:lastModifiedBy>Ignacio López</cp:lastModifiedBy>
  <cp:revision>1</cp:revision>
  <dcterms:created xsi:type="dcterms:W3CDTF">2026-06-18T11:44:01Z</dcterms:created>
  <dcterms:modified xsi:type="dcterms:W3CDTF">2026-06-18T11:44:01Z</dcterms:modified>
</cp:coreProperties>
</file>