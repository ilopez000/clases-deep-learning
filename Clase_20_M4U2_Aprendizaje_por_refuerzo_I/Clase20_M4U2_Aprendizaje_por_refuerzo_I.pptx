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Aprendizaje por refuerzo I</a:t>
            </a:r>
            <a:endParaRPr lang="en-US" sz="42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— Unidad 2 (Parte 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marco: agente, entorno, política y valor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M4 · U2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 y objetivos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Hasta ahora dábamos a la red todos los ejemplos de golpe. ¿Y si aprende por prueba y error?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Eso es el aprendizaje por refuerzo: un agente que aprende interactuando con un entorno.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esta primera parte montamos el MARCO: los elementos, la política y el valor. Los algoritmos (Q-Learning, DQN) van en la Parte II.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agente-entorno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Procesos de Markov (MDP)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Política y recompensa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Factor de descuento γ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 V(s), Q(s,a) y Bellman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 por prueba y error, como los seres vivos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Aprender interactuando con el entorno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Inspiración conductista: aprendemos por causa y efecto (como un niño aprendiendo a andar).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Refuerzo positivo cuando logramos el objetivo; negativo (penalización) cuando fallamos.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 diferencia del aprendizaje supervisado, no hay un conjunto de datos dado: el agente genera su propia experiencia interactuando.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02336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02336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42062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64515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1992 · algoritmo con tabla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80560" y="402336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80560" y="402336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4681728" y="42062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Atari (DeepMind)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81728" y="464515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2015 · juega con los píxeles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92440" y="402336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402336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9" name="Text 16"/>
          <p:cNvSpPr/>
          <p:nvPr/>
        </p:nvSpPr>
        <p:spPr>
          <a:xfrm>
            <a:off x="8293608" y="420624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AlphaGo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93608" y="464515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2016 · vence al campeón de Go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¿En qué se diferencia del resto?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201168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Supervisado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63347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le dan ejemplos con la respuesta correcta.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 a copiar la etiqueta.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201168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20116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supervisado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63347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le dan datos sin etiqueta.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 estructura (grupos, patrones).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2011680"/>
            <a:ext cx="3383280" cy="3017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201168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Por refuerzo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633472"/>
            <a:ext cx="298094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hay respuesta correcta dada: solo una recompensa tras actuar.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Aprende QUÉ HACER, probando.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RL la información llega retrasada: el resultado de una decisión puede verse muchos pasos después.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marco del refuerzo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41248" y="5029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Agente, entorno, política y valor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EL MARCO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bucle agente – entorno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11680" y="21945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5740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040880" y="219456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86600" y="21945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ENTORNO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120640" y="2651760"/>
            <a:ext cx="1920240" cy="0"/>
          </a:xfrm>
          <a:prstGeom prst="line">
            <a:avLst/>
          </a:prstGeom>
          <a:noFill/>
          <a:ln w="3810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5120640" y="2286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acción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595360" y="3108960"/>
            <a:ext cx="0" cy="502920"/>
          </a:xfrm>
          <a:prstGeom prst="line">
            <a:avLst/>
          </a:prstGeom>
          <a:noFill/>
          <a:ln w="38100">
            <a:solidFill>
              <a:srgbClr val="00A38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95360" y="3611880"/>
            <a:ext cx="-5029200" cy="0"/>
          </a:xfrm>
          <a:prstGeom prst="line">
            <a:avLst/>
          </a:prstGeom>
          <a:noFill/>
          <a:ln w="38100">
            <a:solidFill>
              <a:srgbClr val="00A38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66160" y="3611880"/>
            <a:ext cx="0" cy="-502920"/>
          </a:xfrm>
          <a:prstGeom prst="line">
            <a:avLst/>
          </a:prstGeom>
          <a:noFill/>
          <a:ln w="38100">
            <a:solidFill>
              <a:srgbClr val="00A38C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480560" y="36393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nuevo estado + refuerzo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8680" y="4114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agente observa el estado, elige una acción y el entorno responde con un nuevo estado y una recompensa.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Este ciclo se repite: cada vuelta es un paso de tiempo.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elegir acciones que maximicen la recompensa TOTAL a largo plazo.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EL MARCO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cinco elementos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Agente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Quien decide y actúa. Es lo que entrenamos.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07408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182880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2011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Entorno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08576" y="24505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mundo con el que interactúa; cambia con cada acción.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46136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46136" y="1828800"/>
            <a:ext cx="333756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147304" y="2011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Estado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47304" y="24505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foto completa de la situación en un instante.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393192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931920"/>
            <a:ext cx="333756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" y="41148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Acción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55371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 que el agente puede hacer (depende del estado).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07408" y="393192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3931920"/>
            <a:ext cx="333756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6" name="Text 23"/>
          <p:cNvSpPr/>
          <p:nvPr/>
        </p:nvSpPr>
        <p:spPr>
          <a:xfrm>
            <a:off x="4608576" y="411480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Refuerzo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08576" y="455371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número que recibe tras actuar: positivo o negativo.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EL MARCO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proceso de decisión de Markov (MDP)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problema de RL es una decisión secuencial: el resultado no se conoce hasta el final.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modela como un Proceso de Decisión de Markov (MDP).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Propiedad de Markov: el futuro depende SOLO del estado actual, no de toda la historia.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el entorno solo se observa en parte, es un POMDP (parcialmente observable): hay incertidumbre también sobre el estado.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2743200"/>
            <a:ext cx="1280160" cy="128016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795528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058400" y="2743200"/>
            <a:ext cx="1280160" cy="128016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0" y="27432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9235440" y="3108960"/>
            <a:ext cx="82296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058400" y="3657600"/>
            <a:ext cx="-82296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86384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transición con probabilidad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EL MARCO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Política, recompensa y descuento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Política π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estrategia del agente: qué acción tomar en cada estado.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 lo que buscamos: la política óptima.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8288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Recompensa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5059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Valor numérico tras cada acción (positivo o negativo).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agente maximiza la SUMA de recompensas, no una sola.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828800"/>
            <a:ext cx="3383280" cy="32004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8288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Factor de descuento γ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50592"/>
            <a:ext cx="29809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 0 y 1. Pondera el futuro: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γ cerca de 0: solo importa la recompensa inmediata.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• γ cerca de 1: importa el largo plazo.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EL MARCO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valor: V y Q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V(s): cómo de bueno es ESTAR en un estado, siguiendo la política.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Q(s, a): cómo de bueno es TOMAR la acción a en el estado s (valor estado-acción).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 es más útil: permite elegir la mejor acción sin conocer el modelo del entorno.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Por eso la mayoría de los algoritmos de RL trabajan con Q.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023360"/>
            <a:ext cx="5212080" cy="16459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402336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420624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V(s) — valor de estado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4645152"/>
            <a:ext cx="48097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Recompensa total esperada a partir de ese estado siguiendo la política.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4023360"/>
            <a:ext cx="5120640" cy="16459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402336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420624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Q(s,a) — valor estado-acción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4645152"/>
            <a:ext cx="47183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Recompensa total esperada si tomo esa acción y luego sigo la política.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2.2 EL MARCO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ecuación de Bellman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Relaciona el valor de un estado con el del siguiente: es la base de todos los algoritmos de RL.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2468880"/>
            <a:ext cx="9418320" cy="10972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2468880"/>
            <a:ext cx="9418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V(s) = recompensa(s) + γ · V(s')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68680" y="37490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valor de un estado = recompensa inmediata + valor (descontado) del siguiente estado.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3891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Aplicándola repetidamente podemos calcular el valor de cada estado (evaluación de la política).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Y con esos valores, mejorar la política eligiendo en cada estado la mejor acción.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aprendizaje por refuerzo: un agente aprende por prueba y error maximizando recompensas.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Cinco elementos: agente, entorno, estado, acción y refuerzo, en un bucle continuo.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modela como un MDP (propiedad de Markov); si no se ve todo, POMDP.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política dice qué hacer; γ pondera el futuro; V y Q miden lo bueno que es cada situación.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ecuación de Bellman conecta el valor de un estado con el del siguiente.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4 · UNIDAD 2 (I)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Un entorno de RL desde cero: agente aleatorio vs. política.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Valor de los estados con la ecuación de Bellman.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 (Refuerzo II)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Q-Learning: aprender la tabla Q.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Exploración vs. explotación.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Deep Q-Networks (DQN).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Aprendizaje por refuerzo I</dc:title>
  <dc:subject>PptxGenJS Presentation</dc:subject>
  <dc:creator>Ignacio López</dc:creator>
  <cp:lastModifiedBy>Ignacio López</cp:lastModifiedBy>
  <cp:revision>1</cp:revision>
  <dcterms:created xsi:type="dcterms:W3CDTF">2026-07-20T23:17:19Z</dcterms:created>
  <dcterms:modified xsi:type="dcterms:W3CDTF">2026-07-20T23:17:19Z</dcterms:modified>
</cp:coreProperties>
</file>