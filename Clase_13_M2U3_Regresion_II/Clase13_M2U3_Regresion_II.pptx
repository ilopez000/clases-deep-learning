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 II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13 · Módulo 2 — Unidad 3 (Parte II)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Modelos de regresión robustos: diagnóstico y validación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Repaso y objetivos de hoy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Regresión I vimos la recta de regresión, las pérdidas (MSE, MAE, R²) y la regularización.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aprendemos a construir modelos de regresión más fiables: prepararlos, diagnosticarlos y validarlos.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Escalado de variables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Over / underfitting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Early stopping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Validación cruzada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Análisis de residuos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Preparar y diagnosticar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escalado y el ajuste del modelo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escalado de variables importa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regresión las variables suelen tener escalas muy distintas (m² vs nº de habitaciones).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Sin escalar, las variables grandes dominan y el entrenamiento es lento e inestable.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Escalar (estandarizar a media 0 y desviación 1) acelera y estabiliza el descenso del gradiente.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Importante: ajustar el escalador SOLO con el entrenamiento y aplicarlo al test (evitar fugas de datos).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Under, buen ajuste y overfitting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01168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Underfitting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633472"/>
            <a:ext cx="29809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modelo es demasiado simple: error alto tanto en entrenamiento como en test.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201168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2011680"/>
            <a:ext cx="338328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Buen ajuste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633472"/>
            <a:ext cx="29809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Error bajo y parecido en entrenamiento y test: el modelo generaliza.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201168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201168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Overfitting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633472"/>
            <a:ext cx="29809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Error muy bajo en entrenamiento pero alto en test: ha memorizado, no generaliza.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diagnostica comparando el error de entrenamiento y el de validación con las curvas de aprendizaje.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Early stopping en regresión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 entrenar de más, el error de validación deja de bajar y empieza a subir (sobreajuste).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Early stopping detiene el entrenamiento en ese punto y conserva los mejores pesos.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98080" y="2194560"/>
            <a:ext cx="374904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4818888"/>
            <a:ext cx="320040" cy="-640233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0" y="3980180"/>
            <a:ext cx="320040" cy="-29718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92440" y="4178655"/>
            <a:ext cx="320040" cy="-458747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92440" y="3683000"/>
            <a:ext cx="320040" cy="-23114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0" y="3719907"/>
            <a:ext cx="320040" cy="-328707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0" y="3451860"/>
            <a:ext cx="320040" cy="-16510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32520" y="3391201"/>
            <a:ext cx="320040" cy="-235529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32520" y="3286760"/>
            <a:ext cx="320040" cy="-9906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52560" y="3155672"/>
            <a:ext cx="320040" cy="-168764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52560" y="3187700"/>
            <a:ext cx="320040" cy="-3302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72600" y="2986908"/>
            <a:ext cx="320040" cy="-120924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72600" y="3154680"/>
            <a:ext cx="320040" cy="3302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92640" y="2865984"/>
            <a:ext cx="320040" cy="-86646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2640" y="3187700"/>
            <a:ext cx="320040" cy="9906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12680" y="2779338"/>
            <a:ext cx="320040" cy="-62085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12680" y="3286760"/>
            <a:ext cx="320040" cy="16510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32720" y="2717253"/>
            <a:ext cx="320040" cy="-44486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32720" y="3451860"/>
            <a:ext cx="320040" cy="23114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52760" y="2672767"/>
            <a:ext cx="320040" cy="-31875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652760" y="3683000"/>
            <a:ext cx="320040" cy="29718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372600" y="2377440"/>
            <a:ext cx="0" cy="2743200"/>
          </a:xfrm>
          <a:prstGeom prst="line">
            <a:avLst/>
          </a:prstGeom>
          <a:noFill/>
          <a:ln w="25400">
            <a:solidFill>
              <a:srgbClr val="00A38C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891540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38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parar aquí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498080" y="5349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train (azul) · validación (rosa)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Validar y comprobar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Validación cruzada y análisis de residuos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Validación cruzada (k-fold)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sola partición train/test puede dar una estimación con suerte (o mala suerte).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validación cruzada k-fold divide los datos en k partes y entrena k veces, usando cada parte como test una vez.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error final es la media de los k: una estimación más robusta.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98080" y="2194560"/>
            <a:ext cx="694944" cy="457200"/>
          </a:xfrm>
          <a:prstGeom prst="rect">
            <a:avLst/>
          </a:prstGeom>
          <a:solidFill>
            <a:srgbClr val="FF64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0" y="2194560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0" y="2194560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92640" y="2194560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424160" y="2194560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0" y="2761488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761488"/>
            <a:ext cx="694944" cy="457200"/>
          </a:xfrm>
          <a:prstGeom prst="rect">
            <a:avLst/>
          </a:prstGeom>
          <a:solidFill>
            <a:srgbClr val="FF64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0" y="2761488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92640" y="2761488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24160" y="2761488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0" y="3328416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0" y="3328416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61120" y="3328416"/>
            <a:ext cx="694944" cy="457200"/>
          </a:xfrm>
          <a:prstGeom prst="rect">
            <a:avLst/>
          </a:prstGeom>
          <a:solidFill>
            <a:srgbClr val="FF64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92640" y="3328416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424160" y="3328416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8080" y="3895344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3895344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1120" y="3895344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92640" y="3895344"/>
            <a:ext cx="694944" cy="457200"/>
          </a:xfrm>
          <a:prstGeom prst="rect">
            <a:avLst/>
          </a:prstGeom>
          <a:solidFill>
            <a:srgbClr val="FF64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424160" y="3895344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98080" y="4462272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29600" y="4462272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61120" y="4462272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692640" y="4462272"/>
            <a:ext cx="694944" cy="457200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424160" y="4462272"/>
            <a:ext cx="694944" cy="457200"/>
          </a:xfrm>
          <a:prstGeom prst="rect">
            <a:avLst/>
          </a:prstGeom>
          <a:solidFill>
            <a:srgbClr val="FF64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43800" y="23042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test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498080" y="5074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fila = una iteración. Rosa = parte usada como test.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Análisis de residuos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residuo es la diferencia entre el valor real y el predicho (error de cada ejemplo).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 el modelo es bueno, los residuos se reparten al azar alrededor de cero, sin patrón.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patrón en los residuos (curva, embudo) indica que algo falta: no linealidad o varianza no constante.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98080" y="2194560"/>
            <a:ext cx="3749040" cy="2926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0" y="3657600"/>
            <a:ext cx="3383280" cy="0"/>
          </a:xfrm>
          <a:prstGeom prst="line">
            <a:avLst/>
          </a:prstGeom>
          <a:noFill/>
          <a:ln w="19050">
            <a:solidFill>
              <a:srgbClr val="5B6079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8010144" y="3401568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39328" y="4041648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68512" y="3529584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97696" y="3849624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0" y="3337560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56064" y="3913632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985248" y="3465576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314432" y="3785616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79024" y="3273552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03920" y="3977640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491472" y="3593592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1085" y="4016045"/>
            <a:ext cx="109728" cy="109728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0" y="5166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residuos repartidos al azar = buena señal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3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Escalar las variables acelera y estabiliza el entrenamiento (ajusta el escalador solo con el train).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Diagnostica con las curvas: underfitting, buen ajuste u overfitting.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Early stopping detiene el entrenamiento en el mejor punto.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validación cruzada (k-fold) da una estimación robusta del error.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análisis de residuos comprueba si el modelo es válido.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3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Escalado, diagnóstico de ajuste y early stopping.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Validación cruzada (k-fold) y análisis de residuos.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seguir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Escala siempre tus variables en regresión.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 k-fold cuando tengas pocos datos.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Revisa los residuos antes de dar por bueno el modelo.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Regresión II</dc:title>
  <dc:subject>PptxGenJS Presentation</dc:subject>
  <dc:creator>Ignacio López</dc:creator>
  <cp:lastModifiedBy>Ignacio López</cp:lastModifiedBy>
  <cp:revision>1</cp:revision>
  <dcterms:created xsi:type="dcterms:W3CDTF">2026-06-18T11:59:27Z</dcterms:created>
  <dcterms:modified xsi:type="dcterms:W3CDTF">2026-06-18T11:59:27Z</dcterms:modified>
</cp:coreProperties>
</file>